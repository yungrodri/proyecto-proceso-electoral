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oboto Bold" charset="1" panose="02000000000000000000"/>
      <p:regular r:id="rId22"/>
    </p:embeddedFont>
    <p:embeddedFont>
      <p:font typeface="Open Sans" charset="1" panose="020B0606030504020204"/>
      <p:regular r:id="rId23"/>
    </p:embeddedFont>
    <p:embeddedFont>
      <p:font typeface="Open Sans Bold" charset="1" panose="020B0806030504020204"/>
      <p:regular r:id="rId24"/>
    </p:embeddedFont>
    <p:embeddedFont>
      <p:font typeface="Big Shoulders Display Bold" charset="1" panose="00000000000000000000"/>
      <p:regular r:id="rId25"/>
    </p:embeddedFont>
    <p:embeddedFont>
      <p:font typeface="Roboto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16927127" y="3326199"/>
            <a:ext cx="0" cy="54121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099653" y="851550"/>
            <a:ext cx="1654947" cy="1964328"/>
          </a:xfrm>
          <a:custGeom>
            <a:avLst/>
            <a:gdLst/>
            <a:ahLst/>
            <a:cxnLst/>
            <a:rect r="r" b="b" t="t" l="l"/>
            <a:pathLst>
              <a:path h="1964328" w="1654947">
                <a:moveTo>
                  <a:pt x="0" y="0"/>
                </a:moveTo>
                <a:lnTo>
                  <a:pt x="1654947" y="0"/>
                </a:lnTo>
                <a:lnTo>
                  <a:pt x="1654947" y="1964329"/>
                </a:lnTo>
                <a:lnTo>
                  <a:pt x="0" y="1964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2036" y="2420937"/>
            <a:ext cx="12161899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Proceso Electoral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2036" y="3768241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Chileno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2036" y="7707344"/>
            <a:ext cx="14545654" cy="103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HENRRY HUERTA GAETE</a:t>
            </a:r>
          </a:p>
          <a:p>
            <a:pPr algn="l">
              <a:lnSpc>
                <a:spcPts val="2712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MATEO CUETO CASTILLO</a:t>
            </a:r>
          </a:p>
          <a:p>
            <a:pPr algn="l">
              <a:lnSpc>
                <a:spcPts val="2712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RODRIGO ESCUDERO ROZAS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316887" y="1322557"/>
            <a:ext cx="4449691" cy="1493321"/>
            <a:chOff x="0" y="0"/>
            <a:chExt cx="2876888" cy="965487"/>
          </a:xfrm>
        </p:grpSpPr>
        <p:sp>
          <p:nvSpPr>
            <p:cNvPr name="Freeform 11" id="11" descr="Google Shape;122;p26"/>
            <p:cNvSpPr/>
            <p:nvPr/>
          </p:nvSpPr>
          <p:spPr>
            <a:xfrm flipH="false" flipV="false" rot="0">
              <a:off x="0" y="0"/>
              <a:ext cx="2876931" cy="965454"/>
            </a:xfrm>
            <a:custGeom>
              <a:avLst/>
              <a:gdLst/>
              <a:ahLst/>
              <a:cxnLst/>
              <a:rect r="r" b="b" t="t" l="l"/>
              <a:pathLst>
                <a:path h="965454" w="2876931">
                  <a:moveTo>
                    <a:pt x="0" y="0"/>
                  </a:moveTo>
                  <a:lnTo>
                    <a:pt x="2876931" y="0"/>
                  </a:lnTo>
                  <a:lnTo>
                    <a:pt x="2876931" y="965454"/>
                  </a:lnTo>
                  <a:lnTo>
                    <a:pt x="0" y="96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138" t="0" r="0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350" y="501322"/>
            <a:ext cx="6348228" cy="9271328"/>
            <a:chOff x="0" y="0"/>
            <a:chExt cx="983507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602" t="0" r="-5960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101616" y="4600420"/>
            <a:ext cx="9027469" cy="12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094"/>
              </a:lnSpc>
              <a:spcBef>
                <a:spcPct val="0"/>
              </a:spcBef>
            </a:pPr>
            <a:r>
              <a:rPr lang="en-US" b="true" sz="891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54" y="703160"/>
            <a:ext cx="221844" cy="9258300"/>
            <a:chOff x="0" y="0"/>
            <a:chExt cx="295791" cy="123444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95791" cy="4148028"/>
              <a:chOff x="0" y="0"/>
              <a:chExt cx="43031" cy="6034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3031" cy="603446"/>
              </a:xfrm>
              <a:custGeom>
                <a:avLst/>
                <a:gdLst/>
                <a:ahLst/>
                <a:cxnLst/>
                <a:rect r="r" b="b" t="t" l="l"/>
                <a:pathLst>
                  <a:path h="603446" w="43031">
                    <a:moveTo>
                      <a:pt x="0" y="0"/>
                    </a:moveTo>
                    <a:lnTo>
                      <a:pt x="43031" y="0"/>
                    </a:lnTo>
                    <a:lnTo>
                      <a:pt x="43031" y="603446"/>
                    </a:lnTo>
                    <a:lnTo>
                      <a:pt x="0" y="603446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43031" cy="6320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148028"/>
              <a:ext cx="295791" cy="4283060"/>
              <a:chOff x="0" y="0"/>
              <a:chExt cx="43031" cy="6230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031" cy="623090"/>
              </a:xfrm>
              <a:custGeom>
                <a:avLst/>
                <a:gdLst/>
                <a:ahLst/>
                <a:cxnLst/>
                <a:rect r="r" b="b" t="t" l="l"/>
                <a:pathLst>
                  <a:path h="623090" w="43031">
                    <a:moveTo>
                      <a:pt x="0" y="0"/>
                    </a:moveTo>
                    <a:lnTo>
                      <a:pt x="43031" y="0"/>
                    </a:lnTo>
                    <a:lnTo>
                      <a:pt x="43031" y="623090"/>
                    </a:lnTo>
                    <a:lnTo>
                      <a:pt x="0" y="623090"/>
                    </a:lnTo>
                    <a:close/>
                  </a:path>
                </a:pathLst>
              </a:custGeom>
              <a:solidFill>
                <a:srgbClr val="6B83F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43031" cy="651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8431088"/>
              <a:ext cx="295791" cy="3913312"/>
              <a:chOff x="0" y="0"/>
              <a:chExt cx="43031" cy="5693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031" cy="569300"/>
              </a:xfrm>
              <a:custGeom>
                <a:avLst/>
                <a:gdLst/>
                <a:ahLst/>
                <a:cxnLst/>
                <a:rect r="r" b="b" t="t" l="l"/>
                <a:pathLst>
                  <a:path h="569300" w="43031">
                    <a:moveTo>
                      <a:pt x="0" y="0"/>
                    </a:moveTo>
                    <a:lnTo>
                      <a:pt x="43031" y="0"/>
                    </a:lnTo>
                    <a:lnTo>
                      <a:pt x="43031" y="569300"/>
                    </a:lnTo>
                    <a:lnTo>
                      <a:pt x="0" y="569300"/>
                    </a:lnTo>
                    <a:close/>
                  </a:path>
                </a:pathLst>
              </a:custGeom>
              <a:solidFill>
                <a:srgbClr val="8DA1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43031" cy="597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5954839" y="1274660"/>
            <a:ext cx="6378323" cy="9376801"/>
          </a:xfrm>
          <a:custGeom>
            <a:avLst/>
            <a:gdLst/>
            <a:ahLst/>
            <a:cxnLst/>
            <a:rect r="r" b="b" t="t" l="l"/>
            <a:pathLst>
              <a:path h="9376801" w="6378323">
                <a:moveTo>
                  <a:pt x="0" y="0"/>
                </a:moveTo>
                <a:lnTo>
                  <a:pt x="6378322" y="0"/>
                </a:lnTo>
                <a:lnTo>
                  <a:pt x="6378322" y="9376801"/>
                </a:lnTo>
                <a:lnTo>
                  <a:pt x="0" y="937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2" t="-10626" r="-82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9391" y="255485"/>
            <a:ext cx="1144921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Diagrama principal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9391" y="4695825"/>
            <a:ext cx="1144921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MENÚS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48436" y="1295945"/>
            <a:ext cx="191294" cy="7695110"/>
            <a:chOff x="0" y="0"/>
            <a:chExt cx="255058" cy="1026014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5058" cy="3420049"/>
              <a:chOff x="0" y="0"/>
              <a:chExt cx="40411" cy="5418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411" cy="541867"/>
              </a:xfrm>
              <a:custGeom>
                <a:avLst/>
                <a:gdLst/>
                <a:ahLst/>
                <a:cxnLst/>
                <a:rect r="r" b="b" t="t" l="l"/>
                <a:pathLst>
                  <a:path h="541867" w="40411">
                    <a:moveTo>
                      <a:pt x="0" y="0"/>
                    </a:moveTo>
                    <a:lnTo>
                      <a:pt x="40411" y="0"/>
                    </a:lnTo>
                    <a:lnTo>
                      <a:pt x="40411" y="541867"/>
                    </a:lnTo>
                    <a:lnTo>
                      <a:pt x="0" y="541867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40411" cy="5704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3420049"/>
              <a:ext cx="255058" cy="3420049"/>
              <a:chOff x="0" y="0"/>
              <a:chExt cx="40411" cy="54186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411" cy="541867"/>
              </a:xfrm>
              <a:custGeom>
                <a:avLst/>
                <a:gdLst/>
                <a:ahLst/>
                <a:cxnLst/>
                <a:rect r="r" b="b" t="t" l="l"/>
                <a:pathLst>
                  <a:path h="541867" w="40411">
                    <a:moveTo>
                      <a:pt x="0" y="0"/>
                    </a:moveTo>
                    <a:lnTo>
                      <a:pt x="40411" y="0"/>
                    </a:lnTo>
                    <a:lnTo>
                      <a:pt x="40411" y="541867"/>
                    </a:lnTo>
                    <a:lnTo>
                      <a:pt x="0" y="541867"/>
                    </a:lnTo>
                    <a:close/>
                  </a:path>
                </a:pathLst>
              </a:custGeom>
              <a:solidFill>
                <a:srgbClr val="6B83F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40411" cy="5704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6840098"/>
              <a:ext cx="255058" cy="3420049"/>
              <a:chOff x="0" y="0"/>
              <a:chExt cx="40411" cy="54186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411" cy="541867"/>
              </a:xfrm>
              <a:custGeom>
                <a:avLst/>
                <a:gdLst/>
                <a:ahLst/>
                <a:cxnLst/>
                <a:rect r="r" b="b" t="t" l="l"/>
                <a:pathLst>
                  <a:path h="541867" w="40411">
                    <a:moveTo>
                      <a:pt x="0" y="0"/>
                    </a:moveTo>
                    <a:lnTo>
                      <a:pt x="40411" y="0"/>
                    </a:lnTo>
                    <a:lnTo>
                      <a:pt x="40411" y="541867"/>
                    </a:lnTo>
                    <a:lnTo>
                      <a:pt x="0" y="541867"/>
                    </a:lnTo>
                    <a:close/>
                  </a:path>
                </a:pathLst>
              </a:custGeom>
              <a:solidFill>
                <a:srgbClr val="8DA1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40411" cy="5704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7504029" y="1804631"/>
            <a:ext cx="6826663" cy="58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925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Administrador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04029" y="4369667"/>
            <a:ext cx="6826663" cy="57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53"/>
              </a:lnSpc>
              <a:spcBef>
                <a:spcPct val="0"/>
              </a:spcBef>
            </a:pPr>
            <a:r>
              <a:rPr lang="en-US" b="true" sz="3925" strike="noStrike" u="none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Trabajador SERVEL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04029" y="2332683"/>
            <a:ext cx="6826663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la capacidad de ver todos los menús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4029" y="4897720"/>
            <a:ext cx="6826663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Capacidad de usar menú SERVEL y menú votantes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04029" y="6931669"/>
            <a:ext cx="6826663" cy="57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53"/>
              </a:lnSpc>
              <a:spcBef>
                <a:spcPct val="0"/>
              </a:spcBef>
            </a:pPr>
            <a:r>
              <a:rPr lang="en-US" b="true" sz="3925" strike="noStrike" u="none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Trabajador TRICEL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04029" y="7459721"/>
            <a:ext cx="6826663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Usar menú TRICEL y menú de reportes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4524" y="3238500"/>
            <a:ext cx="5531962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Existen 3 tipos de usarios para los menús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501679" y="3873781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501679" y="6438230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50857" y="4695825"/>
            <a:ext cx="998628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Funciones principales 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92344" y="0"/>
            <a:ext cx="7650956" cy="10287000"/>
          </a:xfrm>
          <a:custGeom>
            <a:avLst/>
            <a:gdLst/>
            <a:ahLst/>
            <a:cxnLst/>
            <a:rect r="r" b="b" t="t" l="l"/>
            <a:pathLst>
              <a:path h="10287000" w="7650956">
                <a:moveTo>
                  <a:pt x="0" y="0"/>
                </a:moveTo>
                <a:lnTo>
                  <a:pt x="7650956" y="0"/>
                </a:lnTo>
                <a:lnTo>
                  <a:pt x="76509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01" y="1366837"/>
            <a:ext cx="642662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</a:t>
            </a:r>
            <a:r>
              <a:rPr lang="en-US" b="true" sz="7500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eño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03027" cy="10402027"/>
            <a:chOff x="0" y="0"/>
            <a:chExt cx="4846888" cy="2739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887" cy="2739628"/>
            </a:xfrm>
            <a:custGeom>
              <a:avLst/>
              <a:gdLst/>
              <a:ahLst/>
              <a:cxnLst/>
              <a:rect r="r" b="b" t="t" l="l"/>
              <a:pathLst>
                <a:path h="2739628" w="4846887">
                  <a:moveTo>
                    <a:pt x="0" y="0"/>
                  </a:moveTo>
                  <a:lnTo>
                    <a:pt x="4846887" y="0"/>
                  </a:lnTo>
                  <a:lnTo>
                    <a:pt x="4846887" y="2739628"/>
                  </a:lnTo>
                  <a:lnTo>
                    <a:pt x="0" y="273962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6888" cy="279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29599" y="0"/>
            <a:ext cx="10058401" cy="10287000"/>
          </a:xfrm>
          <a:custGeom>
            <a:avLst/>
            <a:gdLst/>
            <a:ahLst/>
            <a:cxnLst/>
            <a:rect r="r" b="b" t="t" l="l"/>
            <a:pathLst>
              <a:path h="10287000" w="10058401">
                <a:moveTo>
                  <a:pt x="0" y="0"/>
                </a:moveTo>
                <a:lnTo>
                  <a:pt x="10058401" y="0"/>
                </a:lnTo>
                <a:lnTo>
                  <a:pt x="100584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71" t="0" r="-85858" b="-16376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865" y="734368"/>
            <a:ext cx="5751142" cy="533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4"/>
              </a:lnSpc>
            </a:pPr>
            <a:r>
              <a:rPr lang="en-US" b="true" sz="10384">
                <a:solidFill>
                  <a:srgbClr val="29304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AGREGAR CANDIDATO</a:t>
            </a:r>
          </a:p>
          <a:p>
            <a:pPr algn="ctr">
              <a:lnSpc>
                <a:spcPts val="10384"/>
              </a:lnSpc>
            </a:pPr>
          </a:p>
          <a:p>
            <a:pPr algn="ctr">
              <a:lnSpc>
                <a:spcPts val="10384"/>
              </a:lnSpc>
            </a:pPr>
            <a:r>
              <a:rPr lang="en-US" b="true" sz="10384">
                <a:solidFill>
                  <a:srgbClr val="29304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PARTE 1 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03027" cy="10402027"/>
            <a:chOff x="0" y="0"/>
            <a:chExt cx="4846888" cy="2739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887" cy="2739628"/>
            </a:xfrm>
            <a:custGeom>
              <a:avLst/>
              <a:gdLst/>
              <a:ahLst/>
              <a:cxnLst/>
              <a:rect r="r" b="b" t="t" l="l"/>
              <a:pathLst>
                <a:path h="2739628" w="4846887">
                  <a:moveTo>
                    <a:pt x="0" y="0"/>
                  </a:moveTo>
                  <a:lnTo>
                    <a:pt x="4846887" y="0"/>
                  </a:lnTo>
                  <a:lnTo>
                    <a:pt x="4846887" y="2739628"/>
                  </a:lnTo>
                  <a:lnTo>
                    <a:pt x="0" y="273962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6888" cy="279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027" y="0"/>
            <a:ext cx="18288000" cy="7480021"/>
          </a:xfrm>
          <a:custGeom>
            <a:avLst/>
            <a:gdLst/>
            <a:ahLst/>
            <a:cxnLst/>
            <a:rect r="r" b="b" t="t" l="l"/>
            <a:pathLst>
              <a:path h="7480021" w="18288000">
                <a:moveTo>
                  <a:pt x="0" y="0"/>
                </a:moveTo>
                <a:lnTo>
                  <a:pt x="18288000" y="0"/>
                </a:lnTo>
                <a:lnTo>
                  <a:pt x="18288000" y="7480021"/>
                </a:lnTo>
                <a:lnTo>
                  <a:pt x="0" y="748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5106" r="0" b="-10362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96471" y="6228896"/>
            <a:ext cx="7230383" cy="178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78"/>
              </a:lnSpc>
              <a:spcBef>
                <a:spcPct val="0"/>
              </a:spcBef>
            </a:pPr>
            <a:r>
              <a:rPr lang="en-US" b="true" sz="13378" strike="noStrike" u="none">
                <a:solidFill>
                  <a:srgbClr val="29304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PARTE 2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3554" y="153684"/>
            <a:ext cx="6154229" cy="10133316"/>
          </a:xfrm>
          <a:custGeom>
            <a:avLst/>
            <a:gdLst/>
            <a:ahLst/>
            <a:cxnLst/>
            <a:rect r="r" b="b" t="t" l="l"/>
            <a:pathLst>
              <a:path h="10133316" w="6154229">
                <a:moveTo>
                  <a:pt x="0" y="0"/>
                </a:moveTo>
                <a:lnTo>
                  <a:pt x="6154228" y="0"/>
                </a:lnTo>
                <a:lnTo>
                  <a:pt x="6154228" y="10133316"/>
                </a:lnTo>
                <a:lnTo>
                  <a:pt x="0" y="10133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8" t="0" r="-159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320883"/>
            <a:ext cx="6555120" cy="170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7"/>
              </a:lnSpc>
              <a:spcBef>
                <a:spcPct val="0"/>
              </a:spcBef>
            </a:pPr>
            <a:r>
              <a:rPr lang="en-US" b="true" sz="492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RECOPILACIÓN DE RESULTADOS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9543" y="82432"/>
            <a:ext cx="14518457" cy="10204568"/>
          </a:xfrm>
          <a:custGeom>
            <a:avLst/>
            <a:gdLst/>
            <a:ahLst/>
            <a:cxnLst/>
            <a:rect r="r" b="b" t="t" l="l"/>
            <a:pathLst>
              <a:path h="10204568" w="14518457">
                <a:moveTo>
                  <a:pt x="0" y="0"/>
                </a:moveTo>
                <a:lnTo>
                  <a:pt x="14518457" y="0"/>
                </a:lnTo>
                <a:lnTo>
                  <a:pt x="14518457" y="10204568"/>
                </a:lnTo>
                <a:lnTo>
                  <a:pt x="0" y="10204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82" b="-1303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3797" y="933450"/>
            <a:ext cx="4811577" cy="257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7"/>
              </a:lnSpc>
            </a:pPr>
            <a:r>
              <a:rPr lang="en-US" sz="4926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PARTE 1 DE </a:t>
            </a:r>
          </a:p>
          <a:p>
            <a:pPr algn="ctr">
              <a:lnSpc>
                <a:spcPts val="6897"/>
              </a:lnSpc>
              <a:spcBef>
                <a:spcPct val="0"/>
              </a:spcBef>
            </a:pPr>
            <a:r>
              <a:rPr lang="en-US" b="true" sz="492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RECOPILACIÓN DE RESULTADOS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7801" y="0"/>
            <a:ext cx="11310199" cy="10287000"/>
          </a:xfrm>
          <a:custGeom>
            <a:avLst/>
            <a:gdLst/>
            <a:ahLst/>
            <a:cxnLst/>
            <a:rect r="r" b="b" t="t" l="l"/>
            <a:pathLst>
              <a:path h="10287000" w="11310199">
                <a:moveTo>
                  <a:pt x="0" y="0"/>
                </a:moveTo>
                <a:lnTo>
                  <a:pt x="11310199" y="0"/>
                </a:lnTo>
                <a:lnTo>
                  <a:pt x="113101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33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96827"/>
            <a:ext cx="5530224" cy="28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  <a:spcBef>
                <a:spcPct val="0"/>
              </a:spcBef>
            </a:pPr>
            <a:r>
              <a:rPr lang="en-US" b="true" sz="542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PARTE 2 DE RECOPILAR RESULTADOS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11998" y="4695825"/>
            <a:ext cx="586400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Función extra</a:t>
            </a:r>
          </a:p>
        </p:txBody>
      </p:sp>
    </p:spTree>
  </p:cSld>
  <p:clrMapOvr>
    <a:masterClrMapping/>
  </p:clrMapOvr>
  <p:transition spd="slow">
    <p:push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4421" y="9772650"/>
            <a:ext cx="17189229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8054" y="1271692"/>
            <a:ext cx="203696" cy="2856535"/>
            <a:chOff x="0" y="0"/>
            <a:chExt cx="43031" cy="603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31" cy="603446"/>
            </a:xfrm>
            <a:custGeom>
              <a:avLst/>
              <a:gdLst/>
              <a:ahLst/>
              <a:cxnLst/>
              <a:rect r="r" b="b" t="t" l="l"/>
              <a:pathLst>
                <a:path h="603446" w="43031">
                  <a:moveTo>
                    <a:pt x="0" y="0"/>
                  </a:moveTo>
                  <a:lnTo>
                    <a:pt x="43031" y="0"/>
                  </a:lnTo>
                  <a:lnTo>
                    <a:pt x="43031" y="603446"/>
                  </a:lnTo>
                  <a:lnTo>
                    <a:pt x="0" y="603446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3031" cy="632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054" y="4128227"/>
            <a:ext cx="203696" cy="2949525"/>
            <a:chOff x="0" y="0"/>
            <a:chExt cx="43031" cy="6230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31" cy="623090"/>
            </a:xfrm>
            <a:custGeom>
              <a:avLst/>
              <a:gdLst/>
              <a:ahLst/>
              <a:cxnLst/>
              <a:rect r="r" b="b" t="t" l="l"/>
              <a:pathLst>
                <a:path h="623090" w="43031">
                  <a:moveTo>
                    <a:pt x="0" y="0"/>
                  </a:moveTo>
                  <a:lnTo>
                    <a:pt x="43031" y="0"/>
                  </a:lnTo>
                  <a:lnTo>
                    <a:pt x="43031" y="623090"/>
                  </a:lnTo>
                  <a:lnTo>
                    <a:pt x="0" y="623090"/>
                  </a:lnTo>
                  <a:close/>
                </a:path>
              </a:pathLst>
            </a:custGeom>
            <a:solidFill>
              <a:srgbClr val="6B83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3031" cy="65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054" y="7077752"/>
            <a:ext cx="203696" cy="2694898"/>
            <a:chOff x="0" y="0"/>
            <a:chExt cx="43031" cy="569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031" cy="569300"/>
            </a:xfrm>
            <a:custGeom>
              <a:avLst/>
              <a:gdLst/>
              <a:ahLst/>
              <a:cxnLst/>
              <a:rect r="r" b="b" t="t" l="l"/>
              <a:pathLst>
                <a:path h="569300" w="43031">
                  <a:moveTo>
                    <a:pt x="0" y="0"/>
                  </a:moveTo>
                  <a:lnTo>
                    <a:pt x="43031" y="0"/>
                  </a:lnTo>
                  <a:lnTo>
                    <a:pt x="43031" y="569300"/>
                  </a:lnTo>
                  <a:lnTo>
                    <a:pt x="0" y="569300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3031" cy="5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82135" y="2405941"/>
            <a:ext cx="5848096" cy="3923220"/>
          </a:xfrm>
          <a:custGeom>
            <a:avLst/>
            <a:gdLst/>
            <a:ahLst/>
            <a:cxnLst/>
            <a:rect r="r" b="b" t="t" l="l"/>
            <a:pathLst>
              <a:path h="3923220" w="5848096">
                <a:moveTo>
                  <a:pt x="0" y="0"/>
                </a:moveTo>
                <a:lnTo>
                  <a:pt x="5848096" y="0"/>
                </a:lnTo>
                <a:lnTo>
                  <a:pt x="5848096" y="3923220"/>
                </a:lnTo>
                <a:lnTo>
                  <a:pt x="0" y="392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76919" y="3464395"/>
            <a:ext cx="11096731" cy="4482160"/>
          </a:xfrm>
          <a:custGeom>
            <a:avLst/>
            <a:gdLst/>
            <a:ahLst/>
            <a:cxnLst/>
            <a:rect r="r" b="b" t="t" l="l"/>
            <a:pathLst>
              <a:path h="4482160" w="11096731">
                <a:moveTo>
                  <a:pt x="0" y="0"/>
                </a:moveTo>
                <a:lnTo>
                  <a:pt x="11096731" y="0"/>
                </a:lnTo>
                <a:lnTo>
                  <a:pt x="11096731" y="4482160"/>
                </a:lnTo>
                <a:lnTo>
                  <a:pt x="0" y="448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50" r="-3342" b="-74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076908">
            <a:off x="3390656" y="5948010"/>
            <a:ext cx="3238299" cy="3298267"/>
          </a:xfrm>
          <a:custGeom>
            <a:avLst/>
            <a:gdLst/>
            <a:ahLst/>
            <a:cxnLst/>
            <a:rect r="r" b="b" t="t" l="l"/>
            <a:pathLst>
              <a:path h="3298267" w="3238299">
                <a:moveTo>
                  <a:pt x="0" y="0"/>
                </a:moveTo>
                <a:lnTo>
                  <a:pt x="3238299" y="0"/>
                </a:lnTo>
                <a:lnTo>
                  <a:pt x="3238299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19391" y="638175"/>
            <a:ext cx="1144921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FUNCIÓN EXTRA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135" y="3209254"/>
            <a:ext cx="5785118" cy="14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278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Validar Rut usando el algoritmo del sistema del servicio de impuetos internos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184814" y="5126813"/>
            <a:ext cx="6861733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-&gt;int validarRut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29680" y="4695825"/>
            <a:ext cx="602863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Conclusiones</a:t>
            </a:r>
          </a:p>
        </p:txBody>
      </p:sp>
      <p:sp>
        <p:nvSpPr>
          <p:cNvPr name="AutoShape 6" id="6"/>
          <p:cNvSpPr/>
          <p:nvPr/>
        </p:nvSpPr>
        <p:spPr>
          <a:xfrm>
            <a:off x="584421" y="9772650"/>
            <a:ext cx="17189229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28125" y="893021"/>
            <a:ext cx="356296" cy="8500958"/>
            <a:chOff x="0" y="0"/>
            <a:chExt cx="475061" cy="1133461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75061" cy="3808713"/>
              <a:chOff x="0" y="0"/>
              <a:chExt cx="75268" cy="6034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268" cy="603446"/>
              </a:xfrm>
              <a:custGeom>
                <a:avLst/>
                <a:gdLst/>
                <a:ahLst/>
                <a:cxnLst/>
                <a:rect r="r" b="b" t="t" l="l"/>
                <a:pathLst>
                  <a:path h="603446" w="75268">
                    <a:moveTo>
                      <a:pt x="0" y="0"/>
                    </a:moveTo>
                    <a:lnTo>
                      <a:pt x="75268" y="0"/>
                    </a:lnTo>
                    <a:lnTo>
                      <a:pt x="75268" y="603446"/>
                    </a:lnTo>
                    <a:lnTo>
                      <a:pt x="0" y="603446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75268" cy="6320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3808713"/>
              <a:ext cx="475061" cy="3932700"/>
              <a:chOff x="0" y="0"/>
              <a:chExt cx="75268" cy="6230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5268" cy="623090"/>
              </a:xfrm>
              <a:custGeom>
                <a:avLst/>
                <a:gdLst/>
                <a:ahLst/>
                <a:cxnLst/>
                <a:rect r="r" b="b" t="t" l="l"/>
                <a:pathLst>
                  <a:path h="623090" w="75268">
                    <a:moveTo>
                      <a:pt x="0" y="0"/>
                    </a:moveTo>
                    <a:lnTo>
                      <a:pt x="75268" y="0"/>
                    </a:lnTo>
                    <a:lnTo>
                      <a:pt x="75268" y="623090"/>
                    </a:lnTo>
                    <a:lnTo>
                      <a:pt x="0" y="623090"/>
                    </a:lnTo>
                    <a:close/>
                  </a:path>
                </a:pathLst>
              </a:custGeom>
              <a:solidFill>
                <a:srgbClr val="6B83F4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75268" cy="651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7741413"/>
              <a:ext cx="475061" cy="3593198"/>
              <a:chOff x="0" y="0"/>
              <a:chExt cx="75268" cy="5693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268" cy="569300"/>
              </a:xfrm>
              <a:custGeom>
                <a:avLst/>
                <a:gdLst/>
                <a:ahLst/>
                <a:cxnLst/>
                <a:rect r="r" b="b" t="t" l="l"/>
                <a:pathLst>
                  <a:path h="569300" w="75268">
                    <a:moveTo>
                      <a:pt x="0" y="0"/>
                    </a:moveTo>
                    <a:lnTo>
                      <a:pt x="75268" y="0"/>
                    </a:lnTo>
                    <a:lnTo>
                      <a:pt x="75268" y="569300"/>
                    </a:lnTo>
                    <a:lnTo>
                      <a:pt x="0" y="569300"/>
                    </a:lnTo>
                    <a:close/>
                  </a:path>
                </a:pathLst>
              </a:custGeom>
              <a:solidFill>
                <a:srgbClr val="8DA1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75268" cy="597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2036" y="2420937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Gracias por su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56570" y="1322557"/>
            <a:ext cx="4449691" cy="1493321"/>
            <a:chOff x="0" y="0"/>
            <a:chExt cx="2876888" cy="965487"/>
          </a:xfrm>
        </p:grpSpPr>
        <p:sp>
          <p:nvSpPr>
            <p:cNvPr name="Freeform 7" id="7" descr="Google Shape;122;p26"/>
            <p:cNvSpPr/>
            <p:nvPr/>
          </p:nvSpPr>
          <p:spPr>
            <a:xfrm flipH="false" flipV="false" rot="0">
              <a:off x="0" y="0"/>
              <a:ext cx="2876931" cy="965454"/>
            </a:xfrm>
            <a:custGeom>
              <a:avLst/>
              <a:gdLst/>
              <a:ahLst/>
              <a:cxnLst/>
              <a:rect r="r" b="b" t="t" l="l"/>
              <a:pathLst>
                <a:path h="965454" w="2876931">
                  <a:moveTo>
                    <a:pt x="0" y="0"/>
                  </a:moveTo>
                  <a:lnTo>
                    <a:pt x="2876931" y="0"/>
                  </a:lnTo>
                  <a:lnTo>
                    <a:pt x="2876931" y="965454"/>
                  </a:lnTo>
                  <a:lnTo>
                    <a:pt x="0" y="96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7138" t="0" r="0" b="-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099653" y="851550"/>
            <a:ext cx="1654947" cy="1964328"/>
          </a:xfrm>
          <a:custGeom>
            <a:avLst/>
            <a:gdLst/>
            <a:ahLst/>
            <a:cxnLst/>
            <a:rect r="r" b="b" t="t" l="l"/>
            <a:pathLst>
              <a:path h="1964328" w="1654947">
                <a:moveTo>
                  <a:pt x="0" y="0"/>
                </a:moveTo>
                <a:lnTo>
                  <a:pt x="1654947" y="0"/>
                </a:lnTo>
                <a:lnTo>
                  <a:pt x="1654947" y="1964329"/>
                </a:lnTo>
                <a:lnTo>
                  <a:pt x="0" y="1964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 flipV="true">
            <a:off x="16927127" y="3326199"/>
            <a:ext cx="0" cy="54121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12036" y="3768241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atención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DAG51szTPro</dc:identifier>
  <dcterms:modified xsi:type="dcterms:W3CDTF">2011-08-01T06:04:30Z</dcterms:modified>
  <cp:revision>1</cp:revision>
  <dc:title>Presentación Propuesta de proyecto Minimalista Azul</dc:title>
</cp:coreProperties>
</file>